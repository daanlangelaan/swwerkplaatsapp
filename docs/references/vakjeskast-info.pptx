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8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C62BBA-E65B-9746-4C75-8932C91B8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A28CAE0-F8FD-072D-A6CA-D856F3A06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423B096-DCD7-8A70-87C0-91B3F268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817C-BE6C-488E-A6E6-FA6FEDE53E54}" type="datetimeFigureOut">
              <a:rPr lang="nl-NL" smtClean="0"/>
              <a:t>17-6-2026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56248E2-41FF-B03C-E7D3-5B196C6D2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E94D621-19D0-108D-8DEE-4B75A67D9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9B1B-1C33-4626-AB68-5ADA0683F52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4819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F7DB3F-528B-18D8-A6BC-CC6F074DE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83B707E-36DF-8D0A-EB03-58ADF52F2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277444D-F019-7048-E6E7-AAA04A1F3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817C-BE6C-488E-A6E6-FA6FEDE53E54}" type="datetimeFigureOut">
              <a:rPr lang="nl-NL" smtClean="0"/>
              <a:t>17-6-2026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6905D80-9C22-81FF-F785-0582DBDC8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773AAA3-75EF-D2EB-47FA-383F165F7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9B1B-1C33-4626-AB68-5ADA0683F52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0975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CCA415-F9C0-796F-B746-70DDA1E58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35EDD4F-C2DD-6803-3CC0-C1DAE7530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4694D57-8D08-421F-1BBB-872F3334A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817C-BE6C-488E-A6E6-FA6FEDE53E54}" type="datetimeFigureOut">
              <a:rPr lang="nl-NL" smtClean="0"/>
              <a:t>17-6-2026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1DE6C7C-B2EC-4AC6-F622-0FD3394F9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28FF7B0-943E-75AB-15DA-6EC2A04D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9B1B-1C33-4626-AB68-5ADA0683F52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463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3E8D81-E081-1489-B3B6-BAD9486EC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4AC2019-8BDE-7E01-9C42-C6B9CD842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863055D-3DC7-1F38-E35F-F42DD1D21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CCCD470-DB0B-15DD-5F09-B8D551741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817C-BE6C-488E-A6E6-FA6FEDE53E54}" type="datetimeFigureOut">
              <a:rPr lang="nl-NL" smtClean="0"/>
              <a:t>17-6-2026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A0B13C2-DC2F-A877-BB43-4A6F74958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DA8BB467-B7A5-6668-5327-03104A6B6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9B1B-1C33-4626-AB68-5ADA0683F52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8828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BB5EE4-6105-2EBA-6A20-84F039AA1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7F156A0-C23A-0ECD-2204-C027D924FD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DCADFE58-D6C1-8B9A-0B10-600069F3B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B1AFA21-5F39-DFD0-3A52-5EC9592B6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7FCCB64-AAA5-850C-6E54-7EC47FD4BD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2114E218-390D-3A64-5E47-90BA21FE0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817C-BE6C-488E-A6E6-FA6FEDE53E54}" type="datetimeFigureOut">
              <a:rPr lang="nl-NL" smtClean="0"/>
              <a:t>17-6-2026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D0E7C99-04AA-AD74-6FFC-7C7B84066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89734B6-CAD8-3E22-7006-BB3EB38FE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9B1B-1C33-4626-AB68-5ADA0683F52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38242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3CF2E6-FDCB-83F1-6426-E552F83F6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56E33D6-54E2-C56A-BE5B-13430A0F4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817C-BE6C-488E-A6E6-FA6FEDE53E54}" type="datetimeFigureOut">
              <a:rPr lang="nl-NL" smtClean="0"/>
              <a:t>17-6-2026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09343E26-CF70-8FCB-D920-6BEEEB055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42B02B9F-E5F7-A47F-7500-9F89F4008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9B1B-1C33-4626-AB68-5ADA0683F52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5099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4C0B2277-7ECA-E297-3E9A-CBC1EF16B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817C-BE6C-488E-A6E6-FA6FEDE53E54}" type="datetimeFigureOut">
              <a:rPr lang="nl-NL" smtClean="0"/>
              <a:t>17-6-2026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9B756790-CC29-2256-777D-42B66A0CF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7112DD7-714C-7D13-D2A8-3C7C5D2D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9B1B-1C33-4626-AB68-5ADA0683F52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6405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26D9BB-8E8E-58DE-C53C-F62A4A6F3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3E2EACB-FFB2-D58C-7888-C740BE664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5A7A5CE-D927-7E41-D07D-EF5D3756F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A32352B-D501-ABBD-7888-DC0458C73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817C-BE6C-488E-A6E6-FA6FEDE53E54}" type="datetimeFigureOut">
              <a:rPr lang="nl-NL" smtClean="0"/>
              <a:t>17-6-2026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6C502D9-9125-D40C-2ABE-0628C7068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5A7644F-D964-66E0-F11D-ADDE2D09B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9B1B-1C33-4626-AB68-5ADA0683F52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858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CC40C6-6572-8683-7862-AE09FB26F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3C7D76C-EBC8-5944-0F7A-37C6FCAC7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BF8516C-54C1-7A9C-98D0-061945E544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CD24797-40A7-BC9C-6B69-06A8BF965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817C-BE6C-488E-A6E6-FA6FEDE53E54}" type="datetimeFigureOut">
              <a:rPr lang="nl-NL" smtClean="0"/>
              <a:t>17-6-2026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EE9CB20-7CF3-939E-E9A6-91710EBC8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9321F27-4784-36D8-3987-218939648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9B1B-1C33-4626-AB68-5ADA0683F52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6584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5483CA-29F2-B832-8346-C8AC271C3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27F1CBC-C58F-7E06-DC25-6BABA75EB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5A86563-0B1B-27B3-2192-A93885F37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817C-BE6C-488E-A6E6-FA6FEDE53E54}" type="datetimeFigureOut">
              <a:rPr lang="nl-NL" smtClean="0"/>
              <a:t>17-6-2026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0DF5906-2907-2D53-DC71-2CC036A50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E100705-B9BF-63BB-59FA-9DE7C9233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9B1B-1C33-4626-AB68-5ADA0683F52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83529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998943C8-FD76-C804-B181-B66D81562F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67FD0FA-D874-975A-CEF2-2D2E5D0E9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8CEEE82-5190-2E99-1F1E-EA19A1FE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0817C-BE6C-488E-A6E6-FA6FEDE53E54}" type="datetimeFigureOut">
              <a:rPr lang="nl-NL" smtClean="0"/>
              <a:t>17-6-2026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9C38DE3-B86E-E148-90C1-C43AC6B11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A51BF28-1F43-B255-8770-A60B5997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29B1B-1C33-4626-AB68-5ADA0683F52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660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43D9362-AFB2-8C31-2225-FD3C50853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B8166CE-CD8F-49F2-F055-55E4D7177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8CD1B3B-619D-D919-4A5B-FF99960C04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60817C-BE6C-488E-A6E6-FA6FEDE53E54}" type="datetimeFigureOut">
              <a:rPr lang="nl-NL" smtClean="0"/>
              <a:t>17-6-2026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20995F-BEA7-540A-C5C6-CA58AB7C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B78903-BBA0-4327-A287-821BF39D1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229B1B-1C33-4626-AB68-5ADA0683F52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14548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DDF4F143-CA85-072C-95E6-35F29F122B62}"/>
              </a:ext>
            </a:extLst>
          </p:cNvPr>
          <p:cNvCxnSpPr/>
          <p:nvPr/>
        </p:nvCxnSpPr>
        <p:spPr>
          <a:xfrm>
            <a:off x="2610091" y="1209554"/>
            <a:ext cx="0" cy="33566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chte verbindingslijn 5">
            <a:extLst>
              <a:ext uri="{FF2B5EF4-FFF2-40B4-BE49-F238E27FC236}">
                <a16:creationId xmlns:a16="http://schemas.microsoft.com/office/drawing/2014/main" id="{FC6219F6-7DC4-C468-1427-D6AE254769B4}"/>
              </a:ext>
            </a:extLst>
          </p:cNvPr>
          <p:cNvCxnSpPr>
            <a:cxnSpLocks/>
          </p:cNvCxnSpPr>
          <p:nvPr/>
        </p:nvCxnSpPr>
        <p:spPr>
          <a:xfrm flipH="1">
            <a:off x="2610091" y="4566213"/>
            <a:ext cx="5710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7">
            <a:extLst>
              <a:ext uri="{FF2B5EF4-FFF2-40B4-BE49-F238E27FC236}">
                <a16:creationId xmlns:a16="http://schemas.microsoft.com/office/drawing/2014/main" id="{FA407274-413A-0EBC-F4A8-335C0E8B4551}"/>
              </a:ext>
            </a:extLst>
          </p:cNvPr>
          <p:cNvCxnSpPr>
            <a:cxnSpLocks/>
          </p:cNvCxnSpPr>
          <p:nvPr/>
        </p:nvCxnSpPr>
        <p:spPr>
          <a:xfrm flipH="1">
            <a:off x="2610091" y="1209554"/>
            <a:ext cx="5710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B54A1F33-645F-0579-8B55-70C1ECC265F6}"/>
              </a:ext>
            </a:extLst>
          </p:cNvPr>
          <p:cNvCxnSpPr>
            <a:cxnSpLocks/>
          </p:cNvCxnSpPr>
          <p:nvPr/>
        </p:nvCxnSpPr>
        <p:spPr>
          <a:xfrm>
            <a:off x="3181109" y="3561143"/>
            <a:ext cx="0" cy="1005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82C4D762-BA20-D011-8CB8-590F5D31BEDE}"/>
              </a:ext>
            </a:extLst>
          </p:cNvPr>
          <p:cNvCxnSpPr>
            <a:cxnSpLocks/>
          </p:cNvCxnSpPr>
          <p:nvPr/>
        </p:nvCxnSpPr>
        <p:spPr>
          <a:xfrm>
            <a:off x="3181109" y="2338085"/>
            <a:ext cx="0" cy="11420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F615F773-992E-0AB5-8CD9-DE1AE2C84E5D}"/>
              </a:ext>
            </a:extLst>
          </p:cNvPr>
          <p:cNvCxnSpPr>
            <a:cxnSpLocks/>
          </p:cNvCxnSpPr>
          <p:nvPr/>
        </p:nvCxnSpPr>
        <p:spPr>
          <a:xfrm>
            <a:off x="3181109" y="1209554"/>
            <a:ext cx="0" cy="10475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echte verbindingslijn 16">
            <a:extLst>
              <a:ext uri="{FF2B5EF4-FFF2-40B4-BE49-F238E27FC236}">
                <a16:creationId xmlns:a16="http://schemas.microsoft.com/office/drawing/2014/main" id="{72A232E4-4BD1-9857-C9A2-6F5F2D2FDF4D}"/>
              </a:ext>
            </a:extLst>
          </p:cNvPr>
          <p:cNvCxnSpPr>
            <a:cxnSpLocks/>
          </p:cNvCxnSpPr>
          <p:nvPr/>
        </p:nvCxnSpPr>
        <p:spPr>
          <a:xfrm flipH="1">
            <a:off x="2932253" y="2257063"/>
            <a:ext cx="2488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CE606204-E5A3-1B0B-4558-3069D1EEA03A}"/>
              </a:ext>
            </a:extLst>
          </p:cNvPr>
          <p:cNvCxnSpPr>
            <a:cxnSpLocks/>
          </p:cNvCxnSpPr>
          <p:nvPr/>
        </p:nvCxnSpPr>
        <p:spPr>
          <a:xfrm flipH="1">
            <a:off x="2932253" y="2338085"/>
            <a:ext cx="2488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ED655014-709B-6B1C-3BD5-6E0F71760BC9}"/>
              </a:ext>
            </a:extLst>
          </p:cNvPr>
          <p:cNvCxnSpPr>
            <a:cxnSpLocks/>
          </p:cNvCxnSpPr>
          <p:nvPr/>
        </p:nvCxnSpPr>
        <p:spPr>
          <a:xfrm flipH="1">
            <a:off x="2932253" y="3480120"/>
            <a:ext cx="2488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76DD71A3-38EB-DF72-5111-215C36148B86}"/>
              </a:ext>
            </a:extLst>
          </p:cNvPr>
          <p:cNvCxnSpPr>
            <a:cxnSpLocks/>
          </p:cNvCxnSpPr>
          <p:nvPr/>
        </p:nvCxnSpPr>
        <p:spPr>
          <a:xfrm flipH="1">
            <a:off x="2932253" y="3561143"/>
            <a:ext cx="2488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echte verbindingslijn 24">
            <a:extLst>
              <a:ext uri="{FF2B5EF4-FFF2-40B4-BE49-F238E27FC236}">
                <a16:creationId xmlns:a16="http://schemas.microsoft.com/office/drawing/2014/main" id="{CF1E1885-3165-A44A-5B16-1A2AFA2A2E4C}"/>
              </a:ext>
            </a:extLst>
          </p:cNvPr>
          <p:cNvCxnSpPr>
            <a:cxnSpLocks/>
          </p:cNvCxnSpPr>
          <p:nvPr/>
        </p:nvCxnSpPr>
        <p:spPr>
          <a:xfrm>
            <a:off x="2932253" y="2257063"/>
            <a:ext cx="0" cy="10031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echte verbindingslijn 26">
            <a:extLst>
              <a:ext uri="{FF2B5EF4-FFF2-40B4-BE49-F238E27FC236}">
                <a16:creationId xmlns:a16="http://schemas.microsoft.com/office/drawing/2014/main" id="{556F142F-762B-0982-AD5C-5A8815522AE1}"/>
              </a:ext>
            </a:extLst>
          </p:cNvPr>
          <p:cNvCxnSpPr>
            <a:cxnSpLocks/>
          </p:cNvCxnSpPr>
          <p:nvPr/>
        </p:nvCxnSpPr>
        <p:spPr>
          <a:xfrm>
            <a:off x="2922608" y="3480120"/>
            <a:ext cx="0" cy="810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3A24C611-3A00-5439-60B8-5D48B2582D57}"/>
              </a:ext>
            </a:extLst>
          </p:cNvPr>
          <p:cNvCxnSpPr/>
          <p:nvPr/>
        </p:nvCxnSpPr>
        <p:spPr>
          <a:xfrm>
            <a:off x="5359078" y="1088020"/>
            <a:ext cx="0" cy="3588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32">
            <a:extLst>
              <a:ext uri="{FF2B5EF4-FFF2-40B4-BE49-F238E27FC236}">
                <a16:creationId xmlns:a16="http://schemas.microsoft.com/office/drawing/2014/main" id="{77A77572-D941-65CC-152E-6167F9D182A6}"/>
              </a:ext>
            </a:extLst>
          </p:cNvPr>
          <p:cNvCxnSpPr/>
          <p:nvPr/>
        </p:nvCxnSpPr>
        <p:spPr>
          <a:xfrm>
            <a:off x="5482541" y="1088020"/>
            <a:ext cx="0" cy="3588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33">
            <a:extLst>
              <a:ext uri="{FF2B5EF4-FFF2-40B4-BE49-F238E27FC236}">
                <a16:creationId xmlns:a16="http://schemas.microsoft.com/office/drawing/2014/main" id="{7CE9269A-F8D6-33B0-75ED-1A8EFE842686}"/>
              </a:ext>
            </a:extLst>
          </p:cNvPr>
          <p:cNvCxnSpPr/>
          <p:nvPr/>
        </p:nvCxnSpPr>
        <p:spPr>
          <a:xfrm>
            <a:off x="6699812" y="1088020"/>
            <a:ext cx="0" cy="3588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Rechte verbindingslijn 34">
            <a:extLst>
              <a:ext uri="{FF2B5EF4-FFF2-40B4-BE49-F238E27FC236}">
                <a16:creationId xmlns:a16="http://schemas.microsoft.com/office/drawing/2014/main" id="{F8E880F7-AC7F-03F7-DBBE-848774574BA5}"/>
              </a:ext>
            </a:extLst>
          </p:cNvPr>
          <p:cNvCxnSpPr/>
          <p:nvPr/>
        </p:nvCxnSpPr>
        <p:spPr>
          <a:xfrm>
            <a:off x="6834850" y="1088020"/>
            <a:ext cx="0" cy="3588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Rechte verbindingslijn 35">
            <a:extLst>
              <a:ext uri="{FF2B5EF4-FFF2-40B4-BE49-F238E27FC236}">
                <a16:creationId xmlns:a16="http://schemas.microsoft.com/office/drawing/2014/main" id="{73045FD3-DDF9-F14B-C3E4-C7EFCFF4A41F}"/>
              </a:ext>
            </a:extLst>
          </p:cNvPr>
          <p:cNvCxnSpPr/>
          <p:nvPr/>
        </p:nvCxnSpPr>
        <p:spPr>
          <a:xfrm>
            <a:off x="7917083" y="1088020"/>
            <a:ext cx="0" cy="3588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36">
            <a:extLst>
              <a:ext uri="{FF2B5EF4-FFF2-40B4-BE49-F238E27FC236}">
                <a16:creationId xmlns:a16="http://schemas.microsoft.com/office/drawing/2014/main" id="{208C4852-7197-1790-2BF5-C0AFD8204256}"/>
              </a:ext>
            </a:extLst>
          </p:cNvPr>
          <p:cNvCxnSpPr/>
          <p:nvPr/>
        </p:nvCxnSpPr>
        <p:spPr>
          <a:xfrm>
            <a:off x="8044405" y="1088020"/>
            <a:ext cx="0" cy="3588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echte verbindingslijn 37">
            <a:extLst>
              <a:ext uri="{FF2B5EF4-FFF2-40B4-BE49-F238E27FC236}">
                <a16:creationId xmlns:a16="http://schemas.microsoft.com/office/drawing/2014/main" id="{10577DA0-449A-0477-466E-1307A3550911}"/>
              </a:ext>
            </a:extLst>
          </p:cNvPr>
          <p:cNvCxnSpPr>
            <a:cxnSpLocks/>
          </p:cNvCxnSpPr>
          <p:nvPr/>
        </p:nvCxnSpPr>
        <p:spPr>
          <a:xfrm flipH="1">
            <a:off x="4788060" y="2183757"/>
            <a:ext cx="5710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Rechte verbindingslijn 38">
            <a:extLst>
              <a:ext uri="{FF2B5EF4-FFF2-40B4-BE49-F238E27FC236}">
                <a16:creationId xmlns:a16="http://schemas.microsoft.com/office/drawing/2014/main" id="{8367531B-8248-F325-B2D7-839B463BD7EF}"/>
              </a:ext>
            </a:extLst>
          </p:cNvPr>
          <p:cNvCxnSpPr>
            <a:cxnSpLocks/>
          </p:cNvCxnSpPr>
          <p:nvPr/>
        </p:nvCxnSpPr>
        <p:spPr>
          <a:xfrm flipH="1">
            <a:off x="4788060" y="2324581"/>
            <a:ext cx="5710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Rechte verbindingslijn 39">
            <a:extLst>
              <a:ext uri="{FF2B5EF4-FFF2-40B4-BE49-F238E27FC236}">
                <a16:creationId xmlns:a16="http://schemas.microsoft.com/office/drawing/2014/main" id="{4368E681-FAE3-F3CE-745B-ABCE9ED650CF}"/>
              </a:ext>
            </a:extLst>
          </p:cNvPr>
          <p:cNvCxnSpPr>
            <a:cxnSpLocks/>
          </p:cNvCxnSpPr>
          <p:nvPr/>
        </p:nvCxnSpPr>
        <p:spPr>
          <a:xfrm flipH="1">
            <a:off x="4788060" y="3478191"/>
            <a:ext cx="5710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echte verbindingslijn 40">
            <a:extLst>
              <a:ext uri="{FF2B5EF4-FFF2-40B4-BE49-F238E27FC236}">
                <a16:creationId xmlns:a16="http://schemas.microsoft.com/office/drawing/2014/main" id="{7D3AF59F-051B-30E9-0D86-CA4B265911F5}"/>
              </a:ext>
            </a:extLst>
          </p:cNvPr>
          <p:cNvCxnSpPr>
            <a:cxnSpLocks/>
          </p:cNvCxnSpPr>
          <p:nvPr/>
        </p:nvCxnSpPr>
        <p:spPr>
          <a:xfrm flipH="1">
            <a:off x="4788060" y="3603585"/>
            <a:ext cx="5710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echte verbindingslijn 41">
            <a:extLst>
              <a:ext uri="{FF2B5EF4-FFF2-40B4-BE49-F238E27FC236}">
                <a16:creationId xmlns:a16="http://schemas.microsoft.com/office/drawing/2014/main" id="{AD8FD732-B83C-5F37-19C5-4880DA488380}"/>
              </a:ext>
            </a:extLst>
          </p:cNvPr>
          <p:cNvCxnSpPr>
            <a:cxnSpLocks/>
          </p:cNvCxnSpPr>
          <p:nvPr/>
        </p:nvCxnSpPr>
        <p:spPr>
          <a:xfrm flipH="1">
            <a:off x="8044405" y="2183757"/>
            <a:ext cx="5710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Rechte verbindingslijn 42">
            <a:extLst>
              <a:ext uri="{FF2B5EF4-FFF2-40B4-BE49-F238E27FC236}">
                <a16:creationId xmlns:a16="http://schemas.microsoft.com/office/drawing/2014/main" id="{539C59B5-B801-58FF-631A-1D9D936CC940}"/>
              </a:ext>
            </a:extLst>
          </p:cNvPr>
          <p:cNvCxnSpPr>
            <a:cxnSpLocks/>
          </p:cNvCxnSpPr>
          <p:nvPr/>
        </p:nvCxnSpPr>
        <p:spPr>
          <a:xfrm flipH="1">
            <a:off x="8044405" y="2313007"/>
            <a:ext cx="5710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Rechte verbindingslijn 43">
            <a:extLst>
              <a:ext uri="{FF2B5EF4-FFF2-40B4-BE49-F238E27FC236}">
                <a16:creationId xmlns:a16="http://schemas.microsoft.com/office/drawing/2014/main" id="{57B02E38-7127-E75B-3085-0C5135BA6B97}"/>
              </a:ext>
            </a:extLst>
          </p:cNvPr>
          <p:cNvCxnSpPr>
            <a:cxnSpLocks/>
          </p:cNvCxnSpPr>
          <p:nvPr/>
        </p:nvCxnSpPr>
        <p:spPr>
          <a:xfrm flipH="1">
            <a:off x="8044405" y="3478191"/>
            <a:ext cx="5710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Rechte verbindingslijn 44">
            <a:extLst>
              <a:ext uri="{FF2B5EF4-FFF2-40B4-BE49-F238E27FC236}">
                <a16:creationId xmlns:a16="http://schemas.microsoft.com/office/drawing/2014/main" id="{B87236D5-C72A-67CC-4DCD-3C3509A566EE}"/>
              </a:ext>
            </a:extLst>
          </p:cNvPr>
          <p:cNvCxnSpPr>
            <a:cxnSpLocks/>
          </p:cNvCxnSpPr>
          <p:nvPr/>
        </p:nvCxnSpPr>
        <p:spPr>
          <a:xfrm flipH="1">
            <a:off x="8044405" y="3603585"/>
            <a:ext cx="5710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echte verbindingslijn 45">
            <a:extLst>
              <a:ext uri="{FF2B5EF4-FFF2-40B4-BE49-F238E27FC236}">
                <a16:creationId xmlns:a16="http://schemas.microsoft.com/office/drawing/2014/main" id="{18FF4AE5-55D7-DBAD-63FA-B17CF8AA7ED5}"/>
              </a:ext>
            </a:extLst>
          </p:cNvPr>
          <p:cNvCxnSpPr>
            <a:cxnSpLocks/>
          </p:cNvCxnSpPr>
          <p:nvPr/>
        </p:nvCxnSpPr>
        <p:spPr>
          <a:xfrm flipH="1">
            <a:off x="5482541" y="2183757"/>
            <a:ext cx="12172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Rechte verbindingslijn 47">
            <a:extLst>
              <a:ext uri="{FF2B5EF4-FFF2-40B4-BE49-F238E27FC236}">
                <a16:creationId xmlns:a16="http://schemas.microsoft.com/office/drawing/2014/main" id="{A2F4F04F-F537-E36E-55D1-F482E25F1F00}"/>
              </a:ext>
            </a:extLst>
          </p:cNvPr>
          <p:cNvCxnSpPr>
            <a:cxnSpLocks/>
          </p:cNvCxnSpPr>
          <p:nvPr/>
        </p:nvCxnSpPr>
        <p:spPr>
          <a:xfrm flipH="1">
            <a:off x="5487364" y="2313007"/>
            <a:ext cx="12172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Rechte verbindingslijn 48">
            <a:extLst>
              <a:ext uri="{FF2B5EF4-FFF2-40B4-BE49-F238E27FC236}">
                <a16:creationId xmlns:a16="http://schemas.microsoft.com/office/drawing/2014/main" id="{962F5F00-2065-FC2C-EF53-0516A492BC5B}"/>
              </a:ext>
            </a:extLst>
          </p:cNvPr>
          <p:cNvCxnSpPr>
            <a:cxnSpLocks/>
          </p:cNvCxnSpPr>
          <p:nvPr/>
        </p:nvCxnSpPr>
        <p:spPr>
          <a:xfrm flipH="1">
            <a:off x="5487364" y="3470475"/>
            <a:ext cx="12172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Rechte verbindingslijn 49">
            <a:extLst>
              <a:ext uri="{FF2B5EF4-FFF2-40B4-BE49-F238E27FC236}">
                <a16:creationId xmlns:a16="http://schemas.microsoft.com/office/drawing/2014/main" id="{7EFC68A6-3D9C-33D4-48AE-A8341B9E66B1}"/>
              </a:ext>
            </a:extLst>
          </p:cNvPr>
          <p:cNvCxnSpPr>
            <a:cxnSpLocks/>
          </p:cNvCxnSpPr>
          <p:nvPr/>
        </p:nvCxnSpPr>
        <p:spPr>
          <a:xfrm flipH="1">
            <a:off x="5482541" y="3603585"/>
            <a:ext cx="12172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Rechte verbindingslijn 50">
            <a:extLst>
              <a:ext uri="{FF2B5EF4-FFF2-40B4-BE49-F238E27FC236}">
                <a16:creationId xmlns:a16="http://schemas.microsoft.com/office/drawing/2014/main" id="{18490D8C-D0EE-BD6F-FFF5-B9D88710A4E0}"/>
              </a:ext>
            </a:extLst>
          </p:cNvPr>
          <p:cNvCxnSpPr>
            <a:cxnSpLocks/>
          </p:cNvCxnSpPr>
          <p:nvPr/>
        </p:nvCxnSpPr>
        <p:spPr>
          <a:xfrm flipH="1">
            <a:off x="6827134" y="2183757"/>
            <a:ext cx="10899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Rechte verbindingslijn 52">
            <a:extLst>
              <a:ext uri="{FF2B5EF4-FFF2-40B4-BE49-F238E27FC236}">
                <a16:creationId xmlns:a16="http://schemas.microsoft.com/office/drawing/2014/main" id="{BC537A37-C4D0-B4DF-E266-F4700A5CB946}"/>
              </a:ext>
            </a:extLst>
          </p:cNvPr>
          <p:cNvCxnSpPr>
            <a:cxnSpLocks/>
          </p:cNvCxnSpPr>
          <p:nvPr/>
        </p:nvCxnSpPr>
        <p:spPr>
          <a:xfrm flipH="1">
            <a:off x="6827134" y="2313007"/>
            <a:ext cx="10899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Rechte verbindingslijn 53">
            <a:extLst>
              <a:ext uri="{FF2B5EF4-FFF2-40B4-BE49-F238E27FC236}">
                <a16:creationId xmlns:a16="http://schemas.microsoft.com/office/drawing/2014/main" id="{84FC83C1-270C-A80F-0C21-864A0D69B91A}"/>
              </a:ext>
            </a:extLst>
          </p:cNvPr>
          <p:cNvCxnSpPr>
            <a:cxnSpLocks/>
          </p:cNvCxnSpPr>
          <p:nvPr/>
        </p:nvCxnSpPr>
        <p:spPr>
          <a:xfrm flipH="1">
            <a:off x="6827134" y="3491695"/>
            <a:ext cx="10899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Rechte verbindingslijn 54">
            <a:extLst>
              <a:ext uri="{FF2B5EF4-FFF2-40B4-BE49-F238E27FC236}">
                <a16:creationId xmlns:a16="http://schemas.microsoft.com/office/drawing/2014/main" id="{5623F875-8341-A5CC-2746-EEC355C323FE}"/>
              </a:ext>
            </a:extLst>
          </p:cNvPr>
          <p:cNvCxnSpPr>
            <a:cxnSpLocks/>
          </p:cNvCxnSpPr>
          <p:nvPr/>
        </p:nvCxnSpPr>
        <p:spPr>
          <a:xfrm flipH="1">
            <a:off x="6834850" y="3603585"/>
            <a:ext cx="10899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Rechte verbindingslijn 55">
            <a:extLst>
              <a:ext uri="{FF2B5EF4-FFF2-40B4-BE49-F238E27FC236}">
                <a16:creationId xmlns:a16="http://schemas.microsoft.com/office/drawing/2014/main" id="{5D042B54-8ADC-AACE-E1E3-AE7A066C3F80}"/>
              </a:ext>
            </a:extLst>
          </p:cNvPr>
          <p:cNvCxnSpPr>
            <a:cxnSpLocks/>
          </p:cNvCxnSpPr>
          <p:nvPr/>
        </p:nvCxnSpPr>
        <p:spPr>
          <a:xfrm flipH="1">
            <a:off x="7917083" y="4645306"/>
            <a:ext cx="1273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Rechte verbindingslijn 56">
            <a:extLst>
              <a:ext uri="{FF2B5EF4-FFF2-40B4-BE49-F238E27FC236}">
                <a16:creationId xmlns:a16="http://schemas.microsoft.com/office/drawing/2014/main" id="{734741A9-76A8-2908-5135-EB3F768E76F2}"/>
              </a:ext>
            </a:extLst>
          </p:cNvPr>
          <p:cNvCxnSpPr>
            <a:cxnSpLocks/>
          </p:cNvCxnSpPr>
          <p:nvPr/>
        </p:nvCxnSpPr>
        <p:spPr>
          <a:xfrm>
            <a:off x="4782272" y="2204977"/>
            <a:ext cx="0" cy="152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Rechte verbindingslijn 58">
            <a:extLst>
              <a:ext uri="{FF2B5EF4-FFF2-40B4-BE49-F238E27FC236}">
                <a16:creationId xmlns:a16="http://schemas.microsoft.com/office/drawing/2014/main" id="{A6A66924-1629-61CC-0EDB-ED0520EC7F9D}"/>
              </a:ext>
            </a:extLst>
          </p:cNvPr>
          <p:cNvCxnSpPr>
            <a:cxnSpLocks/>
          </p:cNvCxnSpPr>
          <p:nvPr/>
        </p:nvCxnSpPr>
        <p:spPr>
          <a:xfrm>
            <a:off x="4782272" y="3470475"/>
            <a:ext cx="0" cy="152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Rechte verbindingslijn 59">
            <a:extLst>
              <a:ext uri="{FF2B5EF4-FFF2-40B4-BE49-F238E27FC236}">
                <a16:creationId xmlns:a16="http://schemas.microsoft.com/office/drawing/2014/main" id="{1E14FC63-074F-D2A6-5500-905CBB850BDE}"/>
              </a:ext>
            </a:extLst>
          </p:cNvPr>
          <p:cNvCxnSpPr>
            <a:cxnSpLocks/>
          </p:cNvCxnSpPr>
          <p:nvPr/>
        </p:nvCxnSpPr>
        <p:spPr>
          <a:xfrm>
            <a:off x="8615423" y="2180863"/>
            <a:ext cx="0" cy="152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Rechte verbindingslijn 60">
            <a:extLst>
              <a:ext uri="{FF2B5EF4-FFF2-40B4-BE49-F238E27FC236}">
                <a16:creationId xmlns:a16="http://schemas.microsoft.com/office/drawing/2014/main" id="{2A5A169D-AD6F-98DE-A8EF-EFC8DCFCEF1D}"/>
              </a:ext>
            </a:extLst>
          </p:cNvPr>
          <p:cNvCxnSpPr>
            <a:cxnSpLocks/>
          </p:cNvCxnSpPr>
          <p:nvPr/>
        </p:nvCxnSpPr>
        <p:spPr>
          <a:xfrm>
            <a:off x="8609636" y="3469510"/>
            <a:ext cx="0" cy="152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Rechte verbindingslijn 62">
            <a:extLst>
              <a:ext uri="{FF2B5EF4-FFF2-40B4-BE49-F238E27FC236}">
                <a16:creationId xmlns:a16="http://schemas.microsoft.com/office/drawing/2014/main" id="{CE3A4160-7375-EEAA-D5E9-148EDC97C92C}"/>
              </a:ext>
            </a:extLst>
          </p:cNvPr>
          <p:cNvCxnSpPr>
            <a:cxnSpLocks/>
          </p:cNvCxnSpPr>
          <p:nvPr/>
        </p:nvCxnSpPr>
        <p:spPr>
          <a:xfrm flipH="1">
            <a:off x="6707528" y="4676172"/>
            <a:ext cx="1273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Rechte verbindingslijn 63">
            <a:extLst>
              <a:ext uri="{FF2B5EF4-FFF2-40B4-BE49-F238E27FC236}">
                <a16:creationId xmlns:a16="http://schemas.microsoft.com/office/drawing/2014/main" id="{0069D926-6893-5002-46B8-0D18A7F8A8DB}"/>
              </a:ext>
            </a:extLst>
          </p:cNvPr>
          <p:cNvCxnSpPr>
            <a:cxnSpLocks/>
          </p:cNvCxnSpPr>
          <p:nvPr/>
        </p:nvCxnSpPr>
        <p:spPr>
          <a:xfrm flipH="1">
            <a:off x="5355219" y="4676172"/>
            <a:ext cx="1273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Rechte verbindingslijn 64">
            <a:extLst>
              <a:ext uri="{FF2B5EF4-FFF2-40B4-BE49-F238E27FC236}">
                <a16:creationId xmlns:a16="http://schemas.microsoft.com/office/drawing/2014/main" id="{F84BF5A8-DFFE-1094-2330-8262EB6734BA}"/>
              </a:ext>
            </a:extLst>
          </p:cNvPr>
          <p:cNvCxnSpPr>
            <a:cxnSpLocks/>
          </p:cNvCxnSpPr>
          <p:nvPr/>
        </p:nvCxnSpPr>
        <p:spPr>
          <a:xfrm flipH="1">
            <a:off x="7924799" y="1088020"/>
            <a:ext cx="1273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Rechte verbindingslijn 65">
            <a:extLst>
              <a:ext uri="{FF2B5EF4-FFF2-40B4-BE49-F238E27FC236}">
                <a16:creationId xmlns:a16="http://schemas.microsoft.com/office/drawing/2014/main" id="{9F416975-FAB6-AB1D-7833-F6B2CF10B846}"/>
              </a:ext>
            </a:extLst>
          </p:cNvPr>
          <p:cNvCxnSpPr>
            <a:cxnSpLocks/>
          </p:cNvCxnSpPr>
          <p:nvPr/>
        </p:nvCxnSpPr>
        <p:spPr>
          <a:xfrm flipH="1">
            <a:off x="6707528" y="1088020"/>
            <a:ext cx="1273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Rechte verbindingslijn 66">
            <a:extLst>
              <a:ext uri="{FF2B5EF4-FFF2-40B4-BE49-F238E27FC236}">
                <a16:creationId xmlns:a16="http://schemas.microsoft.com/office/drawing/2014/main" id="{5193E708-D924-76D8-9527-8BA1C31B5195}"/>
              </a:ext>
            </a:extLst>
          </p:cNvPr>
          <p:cNvCxnSpPr>
            <a:cxnSpLocks/>
          </p:cNvCxnSpPr>
          <p:nvPr/>
        </p:nvCxnSpPr>
        <p:spPr>
          <a:xfrm flipH="1">
            <a:off x="5355219" y="1088020"/>
            <a:ext cx="12732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Rechte verbindingslijn 81">
            <a:extLst>
              <a:ext uri="{FF2B5EF4-FFF2-40B4-BE49-F238E27FC236}">
                <a16:creationId xmlns:a16="http://schemas.microsoft.com/office/drawing/2014/main" id="{D26C34EE-A5F2-914C-7E33-B83653A1E88F}"/>
              </a:ext>
            </a:extLst>
          </p:cNvPr>
          <p:cNvCxnSpPr>
            <a:cxnSpLocks/>
          </p:cNvCxnSpPr>
          <p:nvPr/>
        </p:nvCxnSpPr>
        <p:spPr>
          <a:xfrm flipH="1">
            <a:off x="5482540" y="5353291"/>
            <a:ext cx="121727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Rechte verbindingslijn 82">
            <a:extLst>
              <a:ext uri="{FF2B5EF4-FFF2-40B4-BE49-F238E27FC236}">
                <a16:creationId xmlns:a16="http://schemas.microsoft.com/office/drawing/2014/main" id="{DF105D45-5DE4-1334-4B93-D81C8CA0BB9A}"/>
              </a:ext>
            </a:extLst>
          </p:cNvPr>
          <p:cNvCxnSpPr>
            <a:cxnSpLocks/>
          </p:cNvCxnSpPr>
          <p:nvPr/>
        </p:nvCxnSpPr>
        <p:spPr>
          <a:xfrm flipH="1">
            <a:off x="6834850" y="5353291"/>
            <a:ext cx="108994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Rechte verbindingslijn 83">
            <a:extLst>
              <a:ext uri="{FF2B5EF4-FFF2-40B4-BE49-F238E27FC236}">
                <a16:creationId xmlns:a16="http://schemas.microsoft.com/office/drawing/2014/main" id="{6EF70F31-B701-0B29-E35B-3CF174BC8D97}"/>
              </a:ext>
            </a:extLst>
          </p:cNvPr>
          <p:cNvCxnSpPr>
            <a:cxnSpLocks/>
          </p:cNvCxnSpPr>
          <p:nvPr/>
        </p:nvCxnSpPr>
        <p:spPr>
          <a:xfrm flipH="1">
            <a:off x="8038618" y="5353291"/>
            <a:ext cx="5710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Rechte verbindingslijn 84">
            <a:extLst>
              <a:ext uri="{FF2B5EF4-FFF2-40B4-BE49-F238E27FC236}">
                <a16:creationId xmlns:a16="http://schemas.microsoft.com/office/drawing/2014/main" id="{D09CCBDA-3D41-5F9A-AAFE-F91ACCA36110}"/>
              </a:ext>
            </a:extLst>
          </p:cNvPr>
          <p:cNvCxnSpPr>
            <a:cxnSpLocks/>
          </p:cNvCxnSpPr>
          <p:nvPr/>
        </p:nvCxnSpPr>
        <p:spPr>
          <a:xfrm flipH="1">
            <a:off x="4732116" y="5353291"/>
            <a:ext cx="6231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Rechte verbindingslijn 85">
            <a:extLst>
              <a:ext uri="{FF2B5EF4-FFF2-40B4-BE49-F238E27FC236}">
                <a16:creationId xmlns:a16="http://schemas.microsoft.com/office/drawing/2014/main" id="{443212D0-7F2C-58FC-2290-EE4B2D97B8B5}"/>
              </a:ext>
            </a:extLst>
          </p:cNvPr>
          <p:cNvCxnSpPr>
            <a:cxnSpLocks/>
          </p:cNvCxnSpPr>
          <p:nvPr/>
        </p:nvCxnSpPr>
        <p:spPr>
          <a:xfrm flipH="1">
            <a:off x="4711864" y="5317602"/>
            <a:ext cx="13501" cy="735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Rechte verbindingslijn 88">
            <a:extLst>
              <a:ext uri="{FF2B5EF4-FFF2-40B4-BE49-F238E27FC236}">
                <a16:creationId xmlns:a16="http://schemas.microsoft.com/office/drawing/2014/main" id="{370746E6-B52E-3311-BB8D-95141CA0EED8}"/>
              </a:ext>
            </a:extLst>
          </p:cNvPr>
          <p:cNvCxnSpPr>
            <a:cxnSpLocks/>
          </p:cNvCxnSpPr>
          <p:nvPr/>
        </p:nvCxnSpPr>
        <p:spPr>
          <a:xfrm flipH="1">
            <a:off x="8596135" y="5353291"/>
            <a:ext cx="13501" cy="735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Rechte verbindingslijn 89">
            <a:extLst>
              <a:ext uri="{FF2B5EF4-FFF2-40B4-BE49-F238E27FC236}">
                <a16:creationId xmlns:a16="http://schemas.microsoft.com/office/drawing/2014/main" id="{D94965BC-4DE8-F7C3-2E05-2E25AFC1C93C}"/>
              </a:ext>
            </a:extLst>
          </p:cNvPr>
          <p:cNvCxnSpPr>
            <a:cxnSpLocks/>
          </p:cNvCxnSpPr>
          <p:nvPr/>
        </p:nvCxnSpPr>
        <p:spPr>
          <a:xfrm flipH="1">
            <a:off x="4738866" y="6053559"/>
            <a:ext cx="38572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Rechte verbindingslijn 94">
            <a:extLst>
              <a:ext uri="{FF2B5EF4-FFF2-40B4-BE49-F238E27FC236}">
                <a16:creationId xmlns:a16="http://schemas.microsoft.com/office/drawing/2014/main" id="{DA231C62-4B01-CBC5-5542-13642CACFC97}"/>
              </a:ext>
            </a:extLst>
          </p:cNvPr>
          <p:cNvCxnSpPr>
            <a:cxnSpLocks/>
          </p:cNvCxnSpPr>
          <p:nvPr/>
        </p:nvCxnSpPr>
        <p:spPr>
          <a:xfrm>
            <a:off x="5355219" y="5353291"/>
            <a:ext cx="0" cy="326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Rechte verbindingslijn 96">
            <a:extLst>
              <a:ext uri="{FF2B5EF4-FFF2-40B4-BE49-F238E27FC236}">
                <a16:creationId xmlns:a16="http://schemas.microsoft.com/office/drawing/2014/main" id="{C282F6B4-C4E1-9AA9-3770-2640CB4CAFAC}"/>
              </a:ext>
            </a:extLst>
          </p:cNvPr>
          <p:cNvCxnSpPr>
            <a:cxnSpLocks/>
          </p:cNvCxnSpPr>
          <p:nvPr/>
        </p:nvCxnSpPr>
        <p:spPr>
          <a:xfrm>
            <a:off x="5482540" y="5353291"/>
            <a:ext cx="0" cy="326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Rechte verbindingslijn 97">
            <a:extLst>
              <a:ext uri="{FF2B5EF4-FFF2-40B4-BE49-F238E27FC236}">
                <a16:creationId xmlns:a16="http://schemas.microsoft.com/office/drawing/2014/main" id="{65B2B8C4-B3B4-1CE3-D66E-7E499DC80FD2}"/>
              </a:ext>
            </a:extLst>
          </p:cNvPr>
          <p:cNvCxnSpPr>
            <a:cxnSpLocks/>
          </p:cNvCxnSpPr>
          <p:nvPr/>
        </p:nvCxnSpPr>
        <p:spPr>
          <a:xfrm>
            <a:off x="6699811" y="5353291"/>
            <a:ext cx="0" cy="326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Rechte verbindingslijn 98">
            <a:extLst>
              <a:ext uri="{FF2B5EF4-FFF2-40B4-BE49-F238E27FC236}">
                <a16:creationId xmlns:a16="http://schemas.microsoft.com/office/drawing/2014/main" id="{12D00B70-635A-C046-B93C-225FF99A3C60}"/>
              </a:ext>
            </a:extLst>
          </p:cNvPr>
          <p:cNvCxnSpPr>
            <a:cxnSpLocks/>
          </p:cNvCxnSpPr>
          <p:nvPr/>
        </p:nvCxnSpPr>
        <p:spPr>
          <a:xfrm>
            <a:off x="6852210" y="5353291"/>
            <a:ext cx="0" cy="326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Rechte verbindingslijn 99">
            <a:extLst>
              <a:ext uri="{FF2B5EF4-FFF2-40B4-BE49-F238E27FC236}">
                <a16:creationId xmlns:a16="http://schemas.microsoft.com/office/drawing/2014/main" id="{37E910A8-BE2E-7B84-D977-9418D6877C49}"/>
              </a:ext>
            </a:extLst>
          </p:cNvPr>
          <p:cNvCxnSpPr>
            <a:cxnSpLocks/>
          </p:cNvCxnSpPr>
          <p:nvPr/>
        </p:nvCxnSpPr>
        <p:spPr>
          <a:xfrm>
            <a:off x="7924797" y="5353291"/>
            <a:ext cx="0" cy="326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Rechte verbindingslijn 100">
            <a:extLst>
              <a:ext uri="{FF2B5EF4-FFF2-40B4-BE49-F238E27FC236}">
                <a16:creationId xmlns:a16="http://schemas.microsoft.com/office/drawing/2014/main" id="{9D6AD4B5-A7CC-4FDD-34A2-DCDAE2B579EB}"/>
              </a:ext>
            </a:extLst>
          </p:cNvPr>
          <p:cNvCxnSpPr>
            <a:cxnSpLocks/>
          </p:cNvCxnSpPr>
          <p:nvPr/>
        </p:nvCxnSpPr>
        <p:spPr>
          <a:xfrm>
            <a:off x="8052121" y="5353291"/>
            <a:ext cx="0" cy="3260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Rechte verbindingslijn 101">
            <a:extLst>
              <a:ext uri="{FF2B5EF4-FFF2-40B4-BE49-F238E27FC236}">
                <a16:creationId xmlns:a16="http://schemas.microsoft.com/office/drawing/2014/main" id="{7B739776-DC48-843E-EEEF-C9336A4EA8AF}"/>
              </a:ext>
            </a:extLst>
          </p:cNvPr>
          <p:cNvCxnSpPr>
            <a:cxnSpLocks/>
          </p:cNvCxnSpPr>
          <p:nvPr/>
        </p:nvCxnSpPr>
        <p:spPr>
          <a:xfrm flipH="1">
            <a:off x="5355219" y="5679311"/>
            <a:ext cx="1234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Rechte verbindingslijn 104">
            <a:extLst>
              <a:ext uri="{FF2B5EF4-FFF2-40B4-BE49-F238E27FC236}">
                <a16:creationId xmlns:a16="http://schemas.microsoft.com/office/drawing/2014/main" id="{13F2FF41-9D73-2FCE-2B62-8095DCEC9E50}"/>
              </a:ext>
            </a:extLst>
          </p:cNvPr>
          <p:cNvCxnSpPr>
            <a:cxnSpLocks/>
          </p:cNvCxnSpPr>
          <p:nvPr/>
        </p:nvCxnSpPr>
        <p:spPr>
          <a:xfrm flipH="1">
            <a:off x="6728747" y="5679311"/>
            <a:ext cx="1234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Rechte verbindingslijn 105">
            <a:extLst>
              <a:ext uri="{FF2B5EF4-FFF2-40B4-BE49-F238E27FC236}">
                <a16:creationId xmlns:a16="http://schemas.microsoft.com/office/drawing/2014/main" id="{18C383AB-A716-DDD6-681E-30242A861F9C}"/>
              </a:ext>
            </a:extLst>
          </p:cNvPr>
          <p:cNvCxnSpPr>
            <a:cxnSpLocks/>
          </p:cNvCxnSpPr>
          <p:nvPr/>
        </p:nvCxnSpPr>
        <p:spPr>
          <a:xfrm flipH="1">
            <a:off x="7924797" y="5677381"/>
            <a:ext cx="14371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kstvak 107">
            <a:extLst>
              <a:ext uri="{FF2B5EF4-FFF2-40B4-BE49-F238E27FC236}">
                <a16:creationId xmlns:a16="http://schemas.microsoft.com/office/drawing/2014/main" id="{653C3035-B25D-3A2E-084F-9FFD71185F20}"/>
              </a:ext>
            </a:extLst>
          </p:cNvPr>
          <p:cNvSpPr txBox="1"/>
          <p:nvPr/>
        </p:nvSpPr>
        <p:spPr>
          <a:xfrm>
            <a:off x="2889812" y="134922"/>
            <a:ext cx="7425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Voorbeeld vakjes opbouw</a:t>
            </a:r>
            <a:br>
              <a:rPr lang="nl-NL" dirty="0"/>
            </a:br>
            <a:r>
              <a:rPr lang="nl-NL" dirty="0"/>
              <a:t>hier 4 rijen 3 </a:t>
            </a:r>
            <a:r>
              <a:rPr lang="nl-NL" dirty="0" err="1"/>
              <a:t>colommen</a:t>
            </a:r>
            <a:r>
              <a:rPr lang="nl-NL" dirty="0"/>
              <a:t>. Bestaand uit 3 x staander 2 keer ligger </a:t>
            </a:r>
          </a:p>
        </p:txBody>
      </p:sp>
    </p:spTree>
    <p:extLst>
      <p:ext uri="{BB962C8B-B14F-4D97-AF65-F5344CB8AC3E}">
        <p14:creationId xmlns:p14="http://schemas.microsoft.com/office/powerpoint/2010/main" val="200701607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Breedbeeld</PresentationFormat>
  <Paragraphs>1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daan langelaan</dc:creator>
  <cp:lastModifiedBy>daan langelaan</cp:lastModifiedBy>
  <cp:revision>1</cp:revision>
  <dcterms:created xsi:type="dcterms:W3CDTF">2026-06-18T10:30:19Z</dcterms:created>
  <dcterms:modified xsi:type="dcterms:W3CDTF">2026-06-18T10:30:32Z</dcterms:modified>
</cp:coreProperties>
</file>